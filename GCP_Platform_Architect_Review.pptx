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Title Slide</a:t>
            </a:r>
          </a:p>
          <a:p>
            <a:r>
              <a:t>- Welcome leadership team</a:t>
            </a:r>
          </a:p>
          <a:p>
            <a:r>
              <a:t>- Purpose: Review the GCP multi-cluster platform architecture, delivery plan, and key decisions</a:t>
            </a:r>
          </a:p>
          <a:p>
            <a:r>
              <a:t>- Platform: two stateless web apps across two GKE clusters in different regions</a:t>
            </a:r>
          </a:p>
          <a:p>
            <a:r>
              <a:t>- Fronted by a global HTTPS load balancer; full observability via Grafana + BigQuery</a:t>
            </a:r>
          </a:p>
          <a:p>
            <a:r>
              <a:t>- All infrastructure is Terraform — single 'terraform apply' provisions everything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Agenda</a:t>
            </a:r>
          </a:p>
          <a:p>
            <a:r>
              <a:t>- Walk through agenda so leadership knows what to expect</a:t>
            </a:r>
          </a:p>
          <a:p>
            <a:r>
              <a:t>- Invite questions at any point or hold for end</a:t>
            </a:r>
          </a:p>
          <a:p>
            <a:r>
              <a:t>- Total time: ~30–40 minutes</a:t>
            </a:r>
          </a:p>
          <a:p>
            <a:r>
              <a:t>- Key decision points will be called out on relevant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Executive Summary</a:t>
            </a:r>
          </a:p>
          <a:p>
            <a:r>
              <a:t>- Complete platform-as-code: not just infra, but apps, CI/CD, observability, and security</a:t>
            </a:r>
          </a:p>
          <a:p>
            <a:r>
              <a:t>- Multi-Cluster Ingress: instant failover (seconds, not minutes like DNS-based)</a:t>
            </a:r>
          </a:p>
          <a:p>
            <a:r>
              <a:t>- All infra is version-controlled Terraform — no manual console clicks</a:t>
            </a:r>
          </a:p>
          <a:p>
            <a:r>
              <a:t>- Security baked in: no SA keys, WAF at the edge, binary authorization blocks unattested images</a:t>
            </a:r>
          </a:p>
          <a:p>
            <a:r>
              <a:t>- 15.5 engineer-day estimate covers everything from VPC to Grafana dashboards</a:t>
            </a:r>
          </a:p>
          <a:p>
            <a:r>
              <a:t>- With 2 engineers: 10–12 calendar days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Architecture Overview</a:t>
            </a:r>
          </a:p>
          <a:p>
            <a:r>
              <a:t>- Diagram: customer edge → GCP project → 2 regional GKE clusters → observability</a:t>
            </a:r>
          </a:p>
          <a:p>
            <a:r>
              <a:t>- Customer traffic top-to-bottom; observability pipeline in amber on right</a:t>
            </a:r>
          </a:p>
          <a:p>
            <a:r>
              <a:t>- Two identical regional clusters (us-central1 primary, us-east1 secondary/DR)</a:t>
            </a:r>
          </a:p>
          <a:p>
            <a:r>
              <a:t>- Each cluster: system + apps node pools, web-app-a and web-app-b namespaces</a:t>
            </a:r>
          </a:p>
          <a:p>
            <a:r>
              <a:t>- Terraform module chain: project → network → iam → gke-cluster (×2) → mci → cloud-armor → observability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GKE Cluster Design</a:t>
            </a:r>
          </a:p>
          <a:p>
            <a:r>
              <a:t>- Both clusters identical by design — symmetric failure modes</a:t>
            </a:r>
          </a:p>
          <a:p>
            <a:r>
              <a:t>- Regional Standard over Autopilot: node-pool tuning, cost control at scale</a:t>
            </a:r>
          </a:p>
          <a:p>
            <a:r>
              <a:t>- Workload Identity eliminates SA key management</a:t>
            </a:r>
          </a:p>
          <a:p>
            <a:r>
              <a:t>- Managed Prometheus on both clusters for metric collection</a:t>
            </a:r>
          </a:p>
          <a:p>
            <a:r>
              <a:t>- Binary Authorization enforce mode blocks unattested container images</a:t>
            </a:r>
          </a:p>
          <a:p>
            <a:r>
              <a:t>- Separate system/apps node pools prevent workload interference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Application Deployment</a:t>
            </a:r>
          </a:p>
          <a:p>
            <a:r>
              <a:t>- Apps follow 12-factor principles: stateless, config-driven, health-aware</a:t>
            </a:r>
          </a:p>
          <a:p>
            <a:r>
              <a:t>- Kustomize over Helm: 2 apps, no charts to publish, no parameter explosion</a:t>
            </a:r>
          </a:p>
          <a:p>
            <a:r>
              <a:t>- PDB ensures at least 2 pods always available during voluntary disruptions</a:t>
            </a:r>
          </a:p>
          <a:p>
            <a:r>
              <a:t>- Topology spread prevents all replicas landing on one node/zone</a:t>
            </a:r>
          </a:p>
          <a:p>
            <a:r>
              <a:t>- web-app-b readyz includes Redis check: Memorystore outage removes pod gracefully</a:t>
            </a:r>
          </a:p>
          <a:p>
            <a:r>
              <a:t>- Secrets go to Secret Manager, read via Workload Identity at startup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Traffic Flow</a:t>
            </a:r>
          </a:p>
          <a:p>
            <a:r>
              <a:t>- Single global anycast IP: one DNS record, one cert, one entry point worldwide</a:t>
            </a:r>
          </a:p>
          <a:p>
            <a:r>
              <a:t>- Cloud Armor evaluates BEFORE traffic hits clusters — cheaper and faster than in-cluster WAF</a:t>
            </a:r>
          </a:p>
          <a:p>
            <a:r>
              <a:t>- MCI is the key differentiator vs DNS-based failover: no TTL delays, no client caching issues</a:t>
            </a:r>
          </a:p>
          <a:p>
            <a:r>
              <a:t>- Container-native NEG LB skips kube-proxy — lower latency, better health checking</a:t>
            </a:r>
          </a:p>
          <a:p>
            <a:r>
              <a:t>- All telemetry (logs, metrics, traces) emitted at pod level flows to observability stack</a:t>
            </a:r>
          </a:p>
          <a:p>
            <a:r>
              <a:t>- Failover is automatic and transparent — NOT manual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Security</a:t>
            </a:r>
          </a:p>
          <a:p>
            <a:r>
              <a:t>- ZERO service account JSON keys anywhere in the system</a:t>
            </a:r>
          </a:p>
          <a:p>
            <a:r>
              <a:t>- WIF: GitHub Actions gets short-lived tokens scoped to this repo only</a:t>
            </a:r>
          </a:p>
          <a:p>
            <a:r>
              <a:t>- Binary Authorization blocks ANY container not built by our pipeline</a:t>
            </a:r>
          </a:p>
          <a:p>
            <a:r>
              <a:t>- Cloud Armor at LB edge: malicious traffic never reaches clusters</a:t>
            </a:r>
          </a:p>
          <a:p>
            <a:r>
              <a:t>- NetworkPolicies are default-deny: only explicitly allowed traffic flows</a:t>
            </a:r>
          </a:p>
          <a:p>
            <a:r>
              <a:t>- Secret Manager + CSI: secrets never in K8s objects or environment variables</a:t>
            </a:r>
          </a:p>
          <a:p>
            <a:r>
              <a:t>- Aligns with OWASP Top 10 and GCP security best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Observability</a:t>
            </a:r>
          </a:p>
          <a:p>
            <a:r>
              <a:t>- Full stack: logs, metrics, traces, profiles, error reporting</a:t>
            </a:r>
          </a:p>
          <a:p>
            <a:r>
              <a:t>- 4 Grafana panels backed by BigQuery views — same data for ad-hoc forensic queries</a:t>
            </a:r>
          </a:p>
          <a:p>
            <a:r>
              <a:t>- BigQuery: zero infra to run, dual-use for dashboards AND investigations</a:t>
            </a:r>
          </a:p>
          <a:p>
            <a:r>
              <a:t>- Tradeoff: query latency is seconds not milliseconds — for sub-second metrics use Managed Prometheus</a:t>
            </a:r>
          </a:p>
          <a:p>
            <a:r>
              <a:t>- Cost control: timestamp partitioning, 60-day expiry, filtered severity, pre-aggregated views</a:t>
            </a:r>
          </a:p>
          <a:p>
            <a:r>
              <a:t>- Dashboard JSON is version-controlled and provisioned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HA &amp; DR</a:t>
            </a:r>
          </a:p>
          <a:p>
            <a:r>
              <a:t>- MCI failover is sub-second and requires ZERO operator intervention</a:t>
            </a:r>
          </a:p>
          <a:p>
            <a:r>
              <a:t>- Fundamentally better than DNS-based failover (TTL often 5–30 minutes)</a:t>
            </a:r>
          </a:p>
          <a:p>
            <a:r>
              <a:t>- Cloud SQL HA: synchronous within-region; cross-region replicas are async</a:t>
            </a:r>
          </a:p>
          <a:p>
            <a:r>
              <a:t>- Artifact Registry multi-regional: us-central1 outage doesn't block image pulls in us-east1</a:t>
            </a:r>
          </a:p>
          <a:p>
            <a:r>
              <a:t>- Terraform state protected by GCS versioning — state corruption is recoverable</a:t>
            </a:r>
          </a:p>
          <a:p>
            <a:r>
              <a:t>- DR drill on Day 9 — we prove failover works before handover</a:t>
            </a:r>
          </a:p>
          <a:p>
            <a:r>
              <a:t>- Stateless apps have RPO=0, RTO=seconds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CI/CD</a:t>
            </a:r>
          </a:p>
          <a:p>
            <a:r>
              <a:t>- Two pipeline options: Cloud Build (GCP-native) and GitHub Actions (developer-familiar)</a:t>
            </a:r>
          </a:p>
          <a:p>
            <a:r>
              <a:t>- Both: build → scan → push → deploy</a:t>
            </a:r>
          </a:p>
          <a:p>
            <a:r>
              <a:t>- WIF: NO service account keys stored in GitHub secrets</a:t>
            </a:r>
          </a:p>
          <a:p>
            <a:r>
              <a:t>- Trivy catches known CVEs before images reach the registry</a:t>
            </a:r>
          </a:p>
          <a:p>
            <a:r>
              <a:t>- Binary Authorization last gate: even direct registry pushes are rejected by the cluster</a:t>
            </a:r>
          </a:p>
          <a:p>
            <a:r>
              <a:t>- bootstrap.sh sets up the WIF pool and provider in one command</a:t>
            </a:r>
          </a:p>
          <a:p>
            <a:r>
              <a:t>- Terraform changes go through separate workflow: plan → approve → apply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Timeline</a:t>
            </a:r>
          </a:p>
          <a:p>
            <a:r>
              <a:t>- 15.5 engineer-days is TOTAL effort across all workstreams</a:t>
            </a:r>
          </a:p>
          <a:p>
            <a:r>
              <a:t>- 2-person team fits in a single 2-week sprint</a:t>
            </a:r>
          </a:p>
          <a:p>
            <a:r>
              <a:t>- Week 1: Infrastructure (VPC, GKE, MCI, apps deployed end-to-end)</a:t>
            </a:r>
          </a:p>
          <a:p>
            <a:r>
              <a:t>- Week 2: CI/CD, observability, hardening, DR drill, documentation</a:t>
            </a:r>
          </a:p>
          <a:p>
            <a:r>
              <a:t>- 3-day buffer covers real-world waits: org policy, billing, DNS propagation, SSL cert</a:t>
            </a:r>
          </a:p>
          <a:p>
            <a:r>
              <a:t>- All estimates assume engineers with prior GCP + GKE + Terraform 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Key Design Decisions</a:t>
            </a:r>
          </a:p>
          <a:p>
            <a:r>
              <a:t>- Each decision is documented with rationale in docs/design-decisions.md</a:t>
            </a:r>
          </a:p>
          <a:p>
            <a:r>
              <a:t>- Standard vs Autopilot: Autopilot constrains daemonsets, node taints, kernel tuning</a:t>
            </a:r>
          </a:p>
          <a:p>
            <a:r>
              <a:t>- MCI vs DNS: DNS is TTL-bound (minutes); MCI is health-check-bound (seconds)</a:t>
            </a:r>
          </a:p>
          <a:p>
            <a:r>
              <a:t>- BigQuery tradeoff: query latency seconds not milliseconds — acceptable for 4 panels</a:t>
            </a:r>
          </a:p>
          <a:p>
            <a:r>
              <a:t>- Kustomize: base + overlays maps cleanly to 2-app, 2-region topology</a:t>
            </a:r>
          </a:p>
          <a:p>
            <a:r>
              <a:t>- Every decision is designed to be reversible with localized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Risks</a:t>
            </a:r>
          </a:p>
          <a:p>
            <a:r>
              <a:t>- SSL cert provisioning is the most common 'stuck' issue — always verify DNS first</a:t>
            </a:r>
          </a:p>
          <a:p>
            <a:r>
              <a:t>- MCI API enablement handled in Terraform but can fail if org policies block it</a:t>
            </a:r>
          </a:p>
          <a:p>
            <a:r>
              <a:t>- Binary Authorization: recommend dry-run first day to catch image signing issues</a:t>
            </a:r>
          </a:p>
          <a:p>
            <a:r>
              <a:t>- BigQuery cost: pre-aggregation + filter DEBUG/TRACE logs at the sink</a:t>
            </a:r>
          </a:p>
          <a:p>
            <a:r>
              <a:t>- Region expansion: add 3rd gke-cluster module call and register with fleet</a:t>
            </a:r>
          </a:p>
          <a:p>
            <a:r>
              <a:t>- No showstoppers identified — all risks have known mitigations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Deliverables</a:t>
            </a:r>
          </a:p>
          <a:p>
            <a:r>
              <a:t>- Everything in a single Git repository — version-controlled and auditable</a:t>
            </a:r>
          </a:p>
          <a:p>
            <a:r>
              <a:t>- Terraform modules are reusable across environments (dev, prod)</a:t>
            </a:r>
          </a:p>
          <a:p>
            <a:r>
              <a:t>- Architecture diagrams are Mermaid format (text-based, diffable) with SVG exports</a:t>
            </a:r>
          </a:p>
          <a:p>
            <a:r>
              <a:t>- Runbook covers day-2 operations: scaling, failover, troubleshooting</a:t>
            </a:r>
          </a:p>
          <a:p>
            <a:r>
              <a:t>- BigQuery sample queries help ops teams investigate incidents without full schema knowledge</a:t>
            </a:r>
          </a:p>
          <a:p>
            <a:r>
              <a:t>- All deliverables listed are complete and committed to the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Next Steps</a:t>
            </a:r>
          </a:p>
          <a:p>
            <a:r>
              <a:t>- Critical path blocker is org/billing approval — start immediately</a:t>
            </a:r>
          </a:p>
          <a:p>
            <a:r>
              <a:t>- 2-person team is the sweet spot: fast (10–12 days) without coordination overhead</a:t>
            </a:r>
          </a:p>
          <a:p>
            <a:r>
              <a:t>- DNS decision needed: what domain? Subdomains? Existing DNS zones?</a:t>
            </a:r>
          </a:p>
          <a:p>
            <a:r>
              <a:t>- Dev environment first is recommended — validate everything, then clone to prod with different tfvars</a:t>
            </a:r>
          </a:p>
          <a:p>
            <a:r>
              <a:t>- Anthos Service Mesh adds mTLS between services and traffic splitting — valuable but +3 days</a:t>
            </a:r>
          </a:p>
          <a:p>
            <a:r>
              <a:t>- After approval, Day 1 starts with bootstrap.sh to create state bucket and WIF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MEETING NOTES — Closing</a:t>
            </a:r>
          </a:p>
          <a:p>
            <a:r>
              <a:t>- Open the floor for questions</a:t>
            </a:r>
          </a:p>
          <a:p>
            <a:r>
              <a:t>- Key decisions needed from leadership:</a:t>
            </a:r>
          </a:p>
          <a:p>
            <a:r>
              <a:t>  1. Approval to proceed</a:t>
            </a:r>
          </a:p>
          <a:p>
            <a:r>
              <a:t>  2. Team assignment</a:t>
            </a:r>
          </a:p>
          <a:p>
            <a:r>
              <a:t>  3. Environment scope (dev first vs dev+prod)</a:t>
            </a:r>
          </a:p>
          <a:p>
            <a:r>
              <a:t>  4. Anthos Service Mesh yes/no</a:t>
            </a:r>
          </a:p>
          <a:p>
            <a:r>
              <a:t>  5. Budget sign-off</a:t>
            </a:r>
          </a:p>
          <a:p>
            <a:r>
              <a:t>- Offer to schedule a follow-up deep-dive on any specific area</a:t>
            </a:r>
          </a:p>
          <a:p>
            <a:r>
              <a:t>- Share the repository link and docs for async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7BB3F0"/>
                </a:solidFill>
              </a:defRPr>
            </a:pPr>
            <a:r>
              <a:t>●  PRODUCTION-GRADE · 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GCP × SRE × O11y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0">
                <a:solidFill>
                  <a:srgbClr val="7BB3F0"/>
                </a:solidFill>
              </a:defRPr>
            </a:pPr>
            <a:r>
              <a:t>Multi-region GKE platform with Grafana-on-BigQuery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2 GKE clusters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Multi-Cluster Ingress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Cloud Armor WAF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BigQuery + Grafana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10312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7923" y="210312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5846" y="210312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69" y="210312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GCP Multi-Cluster GKE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73552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</a:defRPr>
            </a:pPr>
            <a:r>
              <a:t>Two Web Apps  ·  Global Load Balancing  ·  Grafana-on-BigQuery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0">
                <a:solidFill>
                  <a:srgbClr val="7BB3F0"/>
                </a:solidFill>
              </a:defRPr>
            </a:pPr>
            <a:r>
              <a:t>Leadership Review  |  Platform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F1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7BB3F0"/>
                </a:solidFill>
              </a:defRPr>
            </a:pPr>
            <a:r>
              <a:t>AI Engineer / SRE Architect – Abhay Ojha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1.   Executive Summary &amp; Business Value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2.   Architecture Overview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3.   GKE Cluster Design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4.   Application Deployment Strategy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5.   Traffic Flow &amp; Global Load Balancing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6.   Security Posture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7.   Observability &amp; Grafana Dashboards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8.   High Availability &amp; Disaster Recovery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9.   CI/CD Pipeline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10.  Project Timeline &amp; Effort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11.  Key Design Decisions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12.  Risks &amp; Mitigations</a:t>
            </a:r>
          </a:p>
          <a:p>
            <a:pPr>
              <a:spcAft>
                <a:spcPts val="500"/>
              </a:spcAft>
              <a:defRPr sz="1900">
                <a:solidFill>
                  <a:srgbClr val="333333"/>
                </a:solidFill>
              </a:defRPr>
            </a:pPr>
            <a:r>
              <a:t>13.  Next Steps &amp;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What We're Building</a:t>
            </a:r>
          </a:p>
          <a:p>
            <a:pPr lvl="1"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A production-grade, multi-region GCP platform running two web apps with global load balancing, full observability, and zero-downtime failover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Why It Matters</a:t>
            </a:r>
          </a:p>
          <a:p>
            <a:pPr lvl="1"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Sub-second regional failover — no DNS changes, no customer impact</a:t>
            </a:r>
          </a:p>
          <a:p>
            <a:pPr lvl="1"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Single Terraform apply provisions the entire stack — repeatable, auditable, drift-free</a:t>
            </a:r>
          </a:p>
          <a:p>
            <a:pPr lvl="1"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Enterprise security: Workload Identity, Binary Authorization, Cloud Armor WAF, no JSON keys</a:t>
            </a:r>
          </a:p>
          <a:p>
            <a:pPr lvl="1"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Grafana dashboards on BigQuery provide deep operational visibility + forensic investigation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Key Numbers</a:t>
            </a:r>
          </a:p>
          <a:p>
            <a:pPr lvl="1"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2 regions (us-central1, us-east1)  ·  2 GKE clusters  ·  2 apps  ·  4 Grafana panels</a:t>
            </a:r>
          </a:p>
          <a:p>
            <a:pPr lvl="1"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~15.5 engineer-days total effort  ·  7–20 calendar days depending on team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pic>
        <p:nvPicPr>
          <p:cNvPr id="9" name="Picture 8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115214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GKE Cluster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80160"/>
          <a:ext cx="1078991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749039"/>
                <a:gridCol w="3749039"/>
              </a:tblGrid>
              <a:tr h="467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Primary (us-central1)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Secondary (us-east1)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GKE Standard (regional)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GKE Standard (regional)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VPC-native, 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VPC-native, private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Workload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Enabled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Managed Prometheus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Enabled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Release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REGULAR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Binary 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Enforce-policy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Enforce-policy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Node Pools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system,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system, apps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Shielded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Enabled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Application Deployment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Two Stateless Web Applications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web-app-a: Purely stateless (Cloud SQL HA optional)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web-app-b: Adds Pub/Sub + Memorystore — included in /readyz health checks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Deployment Model (identical for both apps)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Multi-pod Deployment with Kustomize base + per-region overlays (primary/secondary)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ConfigMap-driven configuration (region, log level, app name)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Workload Identity for downstream auth — no baked-in secrets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HPA on CPU + memory for auto-scaling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PDB (minAvailable: 2) for zero-downtime rollouts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Topology spread across zones for real availability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Dependency-aware /readyz — Redis outage removes pod from rotation without restart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Graceful drain on SIGTERM for clean shutdown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End-to-End Traffic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1.  DNS → Customer hits the domain; Cloud DNS returns the global anycast IP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2.  TLS Termination → Google-managed SSL cert at the edge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3.  Cloud Armor → OWASP WAF rules + adaptive L7 DDoS + per-IP rate limiting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4.  Multi-Cluster Ingress → Routes to nearest healthy cluster via NEGs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5.  Container-Native LB → Reaches healthy pods directly (bypasses kube-proxy)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6.  Pod Processing → Structured JSON logs, Prometheus metrics, OTel traces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7.  Response → Service → NEG → LB → Customer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Path Routing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/a/* → web-app-a  |  /b/* → web-app-b  |  /* → web-app-a (catch-all)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Failover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If primary cluster fails health checks, MCI shifts traffic to secondary — no DNS changes, sub-second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Security Posture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Identity &amp; Access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Workload Identity: KSA → GSA binding, no JSON keys in pods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Persona-based IAM: Dev, Ops, SRE, CI/CD roles defined in Terraform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Workload Identity Federation for CI/CD — ephemeral, repo-scoped access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Network &amp; Edge Security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Private nodes with IAP-SSH for break-glass only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Cloud Armor: OWASP preconfigured rules + adaptive protection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Default-deny NetworkPolicy per namespace; explicit allows only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Supply Chain &amp; Data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Binary Authorization in enforce mode with Cloud Build attestor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Secret Manager for all secrets (mounted via CSI driver)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KMS-encrypted persistent disks; Artifact Registry with Trivy scanning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Observability &amp; Grafana Dashboards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Telemetry Stack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Container logs + K8s events → Cloud Logging (default GKE agent)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Metrics → Cloud Monitoring + Managed Prometheus + kube-state-metrics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Traces → Cloud Trace (OTel spans from apps)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Profiles → Cloud Profiler  |  Errors → Error Reporting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Grafana Dashboard — 4 Panels on BigQuery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Panel 1: Application errors per minute (per service)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Panel 2: Pod restarts by namespace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Panel 3: Request latency p50 / p95 / p99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Panel 4: Container CPU &amp; memory utilization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Data Pipeline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Cloud Logging → BigQuery sink (platform_logs) → SQL Views → Grafana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Partitioned by timestamp, 60-day retention, pre-aggregated views for cost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High Availability &amp; Disaster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Multi-Region Failover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Two regional clusters — MCI auto-fails over within seconds when health checks drop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No DNS changes required — global anycast IP stays the same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Data Resilience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Cloud SQL HA + cross-region read replicas for persisted state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Memorystore Standard tier with HA + cross-region async replication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Artifact Registry is multi-regional (us) — image pull works during regional outage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Infrastructure State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Terraform state in GCS with versioning + 7-day soft-delete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GKE control plane etcd backed up by managed control plane (no operator action)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Recovery Testing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DR drill included in sprint plan: kill primary cluster pods, confirm MCI failover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CI/CD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Dual Pipeline Support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Cloud Build: Build → Trivy scan → Push to Artifact Registry → Kustomize deploy to both clusters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GitHub Actions: Same flow, authenticating via Workload Identity Federation (no JSON keys)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Authentication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GitHub OIDC + Workload Identity Federation → ephemeral, repo-scoped access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CI/CD service account with least-privilege IAM bindings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Supply Chain Security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Trivy vulnerability scanning on every build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Binary Authorization attestor signs images built by the pipeline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Unsigned/unattested images are rejected at cluster admission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Deployment Strategy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Deploy-on-merge to both clusters via Kustomize overlays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Project Timeline &amp; Effort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680960"/>
                <a:gridCol w="2377440"/>
              </a:tblGrid>
              <a:tr h="4229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Eng-Days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Project / IAM / VPC / NAT / GKE Clusters (×2)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Multi-Cluster Ingress + Cloud Armor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Artifact Registry + Binary Auth + App Skeletons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7–8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Kubernetes Manifests (Kustomize) +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Observability: Log Sink → BigQuery → 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11–14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Alerts, Hardening, Testing,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3.5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~15.5 days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Calendar Timeline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Solo: 15–20 days  |  2 engineers: 10–12 days  |  3+ engineers: 7–9 days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Add ~3 days buffer for org / billing / DNS provisioning waits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Key Design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GKE Standard over Autopilot — node-pool tuning flexibility, cost control at scale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Multi-Cluster Ingress over DNS-based failover — instant failover, single IP/cert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BigQuery as Grafana datasource — zero infra, dual-use (dashboards + forensics)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Kustomize over Helm — simpler for 2 apps, no chart publishing overhead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Workload Identity Federation for CI/CD — ephemeral tokens, no key rotation burden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Cloud Armor at LB edge — inspect before traffic hits cluster, lower cost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Binary Authorization enforce mode — supply chain security from day one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VPC-native (alias IPs) — required by MCI, clean Pod/Service CIDRs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Topology spread + PDB + readyz — actual availability, not just replica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Risks &amp; Mitigations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630936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Managed SSL cert stuck in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Confirm DNS A-record propagation before declaring done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MCI features disabled at project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gke-hub + multiclusteringress APIs enabled in Terraform module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BinAuth enforce blocks first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Run dry-run mode for first 24 h, then flip to enforce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BigQuery sink hits quota on log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Filter aggressively (severity≥INFO), partitioning ON, 60-day expiry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Region-pair latency impacts 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Add 3rd cluster (eu-west1) — MCI handles N clusters natively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Deliverables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8016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760720"/>
              </a:tblGrid>
              <a:tr h="467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Terraform (entire infrastructure)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terraform/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Architecture diagrams (Mermaid + SVG)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docs/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Step-by-step setup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README.md, terraform/README.md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BigQuery schema + sample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observability/bigquery/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Design decisions &amp; rationale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docs/design-decisions.md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Sample apps + Dockerfiles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apps/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CI/CD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cicd/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Grafana dashboard + datasource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observability/grafana/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1000" b="0">
                <a:solidFill>
                  <a:srgbClr val="7BB3F0"/>
                </a:solidFill>
              </a:defRPr>
            </a:pPr>
            <a:r>
              <a:t>GCP × SRE × O11y   ·   PRODUCTION-GRADE · GA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84048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384048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384048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0" rIns="457200" tIns="0" bIns="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Next Steps &amp; 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AI Engineer / SRE Architect – Abhay Ojha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Immediate Next Steps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Secure GCP org/billing approval for the new project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Assign 2-person engineering team (1 platform, 1 app/observability)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Confirm DNS domain and hostname strategy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Set up GitHub repository with branch protection + required reviews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Ask from Leadership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Approval to proceed with the 2-week sprint plan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Confirm environment scope: Dev only first, or Dev + Prod in parallel?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Decision on Anthos Service Mesh (mTLS) — adds ~3 days if included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Budget approval for GCP resources (~$X/month estimated)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Out of Scope (unless explicitly added)</a:t>
            </a:r>
          </a:p>
          <a:p>
            <a:pPr lvl="1">
              <a:spcAft>
                <a:spcPts val="500"/>
              </a:spcAft>
              <a:defRPr sz="1600">
                <a:solidFill>
                  <a:srgbClr val="333333"/>
                </a:solidFill>
              </a:defRPr>
            </a:pPr>
            <a:r>
              <a:t>Anthos Service Mesh / mTLS  |  Shared VPC  |  Hybrid/on-prem fleet  |  Synthetic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A0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7BB3F0"/>
                </a:solidFill>
              </a:defRPr>
            </a:pPr>
            <a:r>
              <a:t>●  PRODUCTION-GRADE · 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GCP × SRE × O11y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0">
                <a:solidFill>
                  <a:srgbClr val="7BB3F0"/>
                </a:solidFill>
              </a:defRPr>
            </a:pPr>
            <a:r>
              <a:t>Multi-region GKE platform with Grafana-on-BigQuery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2 GKE clusters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Multi-Cluster Ingress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Cloud Armor WAF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737360"/>
            <a:ext cx="1920240" cy="274320"/>
          </a:xfrm>
          <a:prstGeom prst="rect">
            <a:avLst/>
          </a:prstGeom>
          <a:solidFill>
            <a:srgbClr val="1A237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1100">
                <a:solidFill>
                  <a:srgbClr val="BBDEFB"/>
                </a:solidFill>
              </a:defRPr>
            </a:pPr>
            <a:r>
              <a:t>BigQuery + Grafana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103120"/>
            <a:ext cx="3047923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7923" y="2103120"/>
            <a:ext cx="3047923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5846" y="2103120"/>
            <a:ext cx="3047923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3769" y="2103120"/>
            <a:ext cx="3047923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231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600" b="0">
                <a:solidFill>
                  <a:srgbClr val="BBDEFB"/>
                </a:solidFill>
              </a:defRPr>
            </a:pPr>
            <a:r>
              <a:t>Questions &amp;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0">
                <a:solidFill>
                  <a:srgbClr val="7BB3F0"/>
                </a:solidFill>
              </a:defRPr>
            </a:pPr>
            <a:r>
              <a:t>AI Engineer / SRE Architect — Abhay Ojha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F1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457200" tIns="0" bIns="0"/>
          <a:lstStyle/>
          <a:p>
            <a:pPr algn="r">
              <a:defRPr sz="1100" b="0">
                <a:solidFill>
                  <a:srgbClr val="7BB3F0"/>
                </a:solidFill>
              </a:defRPr>
            </a:pPr>
            <a:r>
              <a:t>AI Engineer / SRE Architect – Abhay Ojha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